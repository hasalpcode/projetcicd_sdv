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CI/CD SDV — Todo App Fullstack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App Fullstack — Projet CI/CD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la livraison d'une application fullstack avec deux pipelines CI/CD et une stratégie GitOps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92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480060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Hachimiou Diallo  —  Backend Spring Boot &amp; pipeline Jenkins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53035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949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53035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Sadio Diallo  —  Frontend Angular &amp; pipeline GitHub Actions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 de Vinci — Projet CI/CD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646920" y="5943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832104"/>
            <a:ext cx="576072" cy="5760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927080" y="1508760"/>
            <a:ext cx="914400" cy="914400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1746504"/>
            <a:ext cx="438912" cy="43891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418320" y="2331720"/>
            <a:ext cx="868680" cy="868680"/>
          </a:xfrm>
          <a:prstGeom prst="ellipse">
            <a:avLst/>
          </a:prstGeom>
          <a:solidFill>
            <a:srgbClr val="16425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4" y="2569464"/>
            <a:ext cx="393192" cy="39319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0607040" y="3063240"/>
            <a:ext cx="1005840" cy="1005840"/>
          </a:xfrm>
          <a:prstGeom prst="ellipse">
            <a:avLst/>
          </a:prstGeom>
          <a:solidFill>
            <a:srgbClr val="3BA99C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4784" y="3300984"/>
            <a:ext cx="530352" cy="53035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692640" y="3977640"/>
            <a:ext cx="822960" cy="8229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0384" y="421538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choisie : un gestionnaire de tâches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4572000"/>
          </a:xfrm>
          <a:prstGeom prst="roundRect">
            <a:avLst>
              <a:gd name="adj" fmla="val 1600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App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Application CRUD : créer, lister, modifier et supprimer des tâches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Complexité métier volontairement simple, pour concentrer l'effort sur l'infrastructure et le pipeline CI/CD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Déployée comme deux services indépendants — un front et une API — chacun avec son propre pipeline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3716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0" y="1691640"/>
            <a:ext cx="731520" cy="73152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18653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09560" y="1371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(TypeScript, SPA)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675120" y="29718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49440" y="3291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34655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09560" y="2971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 21)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675120" y="45720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49440" y="4892040"/>
            <a:ext cx="731520" cy="731520"/>
          </a:xfrm>
          <a:prstGeom prst="ellipse">
            <a:avLst/>
          </a:prstGeom>
          <a:solidFill>
            <a:srgbClr val="16425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50657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09560" y="45720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 de l'application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0A3D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3232" y="1417320"/>
            <a:ext cx="6254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+ Nginx  ·  NodePort 30081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2331720"/>
            <a:ext cx="0" cy="41148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97764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 /api/*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743200"/>
            <a:ext cx="6254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 21)  ·  NodePort 30080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3657600"/>
            <a:ext cx="0" cy="411480"/>
          </a:xfrm>
          <a:prstGeom prst="line">
            <a:avLst/>
          </a:prstGeom>
          <a:noFill/>
          <a:ln w="28575">
            <a:solidFill>
              <a:srgbClr val="16425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977640" y="3675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 :3306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1642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4069080"/>
            <a:ext cx="6254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 ·  volume persistant (PVC 1Gi)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14173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44968" y="1417320"/>
            <a:ext cx="3666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Nginx  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appelle une URL relative (/api/todos). Nginx la relaie vers le Service interne todo-api:8080 — même image front dans tous les environnements.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29718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44968" y="2971800"/>
            <a:ext cx="3666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serve en local  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proxy.conf.json redirige /api vers localhost:8080, pour garder la même URL relative en dev sans cluster.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43434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44968" y="4343400"/>
            <a:ext cx="3666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indépendants  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et back sont packagés et déployés séparément : cycles de release et scalabilité indépendants.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générale du workflow CI/CD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5B6B7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258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560320" y="1714500"/>
            <a:ext cx="320040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971800" y="132588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0A3D6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4630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0" y="1325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257800" y="1714500"/>
            <a:ext cx="320040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5669280" y="132588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4630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1325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+ GH Actions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778240" y="1714500"/>
            <a:ext cx="320040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918972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16425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14630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7552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023360" y="2148840"/>
            <a:ext cx="0" cy="228600"/>
          </a:xfrm>
          <a:prstGeom prst="line">
            <a:avLst/>
          </a:prstGeom>
          <a:noFill/>
          <a:ln w="25400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19" name="Text 13"/>
          <p:cNvSpPr txBox="1"/>
          <p:nvPr/>
        </p:nvSpPr>
        <p:spPr>
          <a:xfrm>
            <a:off x="4251960" y="2157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auto du tag d'image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971800" y="242316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0A3D6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25146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84448" y="242316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cd_back(_prod)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cd_front(_prod)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3566160" y="3090672"/>
            <a:ext cx="-1371600" cy="292608"/>
          </a:xfrm>
          <a:prstGeom prst="line">
            <a:avLst/>
          </a:prstGeom>
          <a:noFill/>
          <a:ln w="25400">
            <a:solidFill>
              <a:srgbClr val="3BA99C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4572000" y="3090672"/>
            <a:ext cx="2651760" cy="292608"/>
          </a:xfrm>
          <a:prstGeom prst="line">
            <a:avLst/>
          </a:prstGeom>
          <a:noFill/>
          <a:ln w="25400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640080" y="34290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3BA99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15868"/>
            <a:ext cx="512064" cy="51206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dev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55080" y="34290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6AE2D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515868"/>
            <a:ext cx="512064" cy="51206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13232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prod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manuel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2194560" y="4133088"/>
            <a:ext cx="0" cy="347472"/>
          </a:xfrm>
          <a:prstGeom prst="line">
            <a:avLst/>
          </a:prstGeom>
          <a:noFill/>
          <a:ln w="25400">
            <a:solidFill>
              <a:srgbClr val="3BA99C"/>
            </a:solidFill>
            <a:prstDash val="solid"/>
            <a:tailEnd type="triangle"/>
          </a:ln>
        </p:spPr>
      </p:sp>
      <p:sp>
        <p:nvSpPr>
          <p:cNvPr id="32" name="Shape 23"/>
          <p:cNvSpPr/>
          <p:nvPr/>
        </p:nvSpPr>
        <p:spPr>
          <a:xfrm>
            <a:off x="7909560" y="4133088"/>
            <a:ext cx="0" cy="347472"/>
          </a:xfrm>
          <a:prstGeom prst="line">
            <a:avLst/>
          </a:prstGeom>
          <a:noFill/>
          <a:ln w="25400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640080" y="452628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EAF2F5"/>
          </a:solidFill>
          <a:ln w="19050">
            <a:solidFill>
              <a:srgbClr val="3BA99C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727448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71600" y="4617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local (Docker Desktop)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 · todo-api · mysql-db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355080" y="452628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EAF2F5"/>
          </a:solidFill>
          <a:ln w="19050">
            <a:solidFill>
              <a:srgbClr val="F6AE2D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727448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086600" y="4617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— cluster k3s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 · todo-api · mysql-db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9966960" y="2423160"/>
            <a:ext cx="1691640" cy="3154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40" name="Text 29"/>
          <p:cNvSpPr txBox="1"/>
          <p:nvPr/>
        </p:nvSpPr>
        <p:spPr>
          <a:xfrm>
            <a:off x="10104120" y="2560320"/>
            <a:ext cx="1463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B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vert : flux dev (auto)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ambre : flux prod (manuel)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du code source et stratégie Git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0A3D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37160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develop_back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backend (Spring Boot)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0" y="137160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68512" y="137160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dev-front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frontend (Angular)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74320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642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5152" y="27432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protégée — source unique pour les 2 pipelines et les manifests GitOps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2148840"/>
            <a:ext cx="3154680" cy="548640"/>
          </a:xfrm>
          <a:prstGeom prst="line">
            <a:avLst/>
          </a:prstGeom>
          <a:noFill/>
          <a:ln w="25400">
            <a:solidFill>
              <a:srgbClr val="0A3D6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774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12680" y="2148840"/>
            <a:ext cx="-2606040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1381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2519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types de commits sur main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Commits applicatifs, écrits par l'équipe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Commits GitOps automatiques (bots jenkins-ci / github-actions-ci), qui ne touchent que les manifests cd_*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41148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42519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collision entre pipelines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Dossiers séparés : cd_back(_prod)/ et cd_front(_prod)/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Garde anti-boucle : un commit « ci: deploy … image » ne redéclenche pas son propre pipeline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 : qualité du code, tests et build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A3D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105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35915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697480" y="1737360"/>
            <a:ext cx="289560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7" name="Shape 4"/>
          <p:cNvSpPr/>
          <p:nvPr/>
        </p:nvSpPr>
        <p:spPr>
          <a:xfrm>
            <a:off x="3998976" y="148132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99897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1810512"/>
            <a:ext cx="271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(garde anti-boucle)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20512" y="2194560"/>
            <a:ext cx="219456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867400" y="1737360"/>
            <a:ext cx="289560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7168896" y="148132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6889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958840" y="1810512"/>
            <a:ext cx="271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(Maven · Surefire)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90432" y="2194560"/>
            <a:ext cx="219456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037320" y="1737360"/>
            <a:ext cx="289560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17" name="Shape 14"/>
          <p:cNvSpPr/>
          <p:nvPr/>
        </p:nvSpPr>
        <p:spPr>
          <a:xfrm>
            <a:off x="10338816" y="148132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881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28760" y="1810512"/>
            <a:ext cx="271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4747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93592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21792" y="41422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697480" y="3520440"/>
            <a:ext cx="289560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24" name="Shape 20"/>
          <p:cNvSpPr/>
          <p:nvPr/>
        </p:nvSpPr>
        <p:spPr>
          <a:xfrm>
            <a:off x="3998976" y="32644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998976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2788920" y="3593592"/>
            <a:ext cx="271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(garde anti-boucle)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620512" y="3977640"/>
            <a:ext cx="219456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5867400" y="3520440"/>
            <a:ext cx="289560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29" name="Shape 25"/>
          <p:cNvSpPr/>
          <p:nvPr/>
        </p:nvSpPr>
        <p:spPr>
          <a:xfrm>
            <a:off x="7168896" y="32644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168896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958840" y="3593592"/>
            <a:ext cx="271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(npm run build)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790432" y="3977640"/>
            <a:ext cx="219456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9037320" y="3520440"/>
            <a:ext cx="289560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34" name="Shape 30"/>
          <p:cNvSpPr/>
          <p:nvPr/>
        </p:nvSpPr>
        <p:spPr>
          <a:xfrm>
            <a:off x="10338816" y="32644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0338816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128760" y="3593592"/>
            <a:ext cx="271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548640" y="5532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777240" y="5532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anti-boucle  </a:t>
            </a:r>
            <a:pPr indent="0" marL="0"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« ci: deploy … image » est ignoré par son propre pipeline (Jenkins et GitHub Actions).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080760" y="5532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6309360" y="5532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 </a:t>
            </a:r>
            <a:pPr indent="0" marL="0"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 unitaire back (Surefire, dans mvn package) · specs Angular (Vitest) présentes mais pas encore exécutées en CI.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et registre des images Docker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13760" cy="914400"/>
          </a:xfrm>
          <a:prstGeom prst="roundRect">
            <a:avLst>
              <a:gd name="adj" fmla="val 7000"/>
            </a:avLst>
          </a:prstGeom>
          <a:solidFill>
            <a:srgbClr val="0A3D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54480"/>
            <a:ext cx="240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Docker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3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JDK/JRE 21 ou Nginx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90416" y="2011680"/>
            <a:ext cx="246888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373880" y="1554480"/>
            <a:ext cx="3413760" cy="914400"/>
          </a:xfrm>
          <a:prstGeom prst="roundRect">
            <a:avLst>
              <a:gd name="adj" fmla="val 7000"/>
            </a:avLst>
          </a:prstGeom>
          <a:solidFill>
            <a:srgbClr val="F6AE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48" y="1755648"/>
            <a:ext cx="512064" cy="512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96840" y="1554480"/>
            <a:ext cx="240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Trivy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sévérité HIGH / CRITICAL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824216" y="2011680"/>
            <a:ext cx="246888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8107680" y="1554480"/>
            <a:ext cx="3413760" cy="914400"/>
          </a:xfrm>
          <a:prstGeom prst="roundRect">
            <a:avLst>
              <a:gd name="adj" fmla="val 7000"/>
            </a:avLst>
          </a:prstGeom>
          <a:solidFill>
            <a:srgbClr val="16425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75564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30640" y="1554480"/>
            <a:ext cx="240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Docker Hub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3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build/sha + latest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292608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91440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publiées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37033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hasalpcode/projet_ci_cd_sdv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(back) — tags : numéro de build + latest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hasalpcode/projet_ci_cd_sdv-front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(front) — tags : sha du commit + latest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63640" y="292608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53796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actuel : alerte, non bloquant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37033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--exit-code 0 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continue même si Trivy trouve des CVE HIGH/CRITICAL — elles restent visibles dans les logs.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identifiée 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basculer en mode bloquant avant toute mise en prod.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CD : environnements et déploiement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3BA99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71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— synchronisation automatique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23774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Cluster Kubernetes local (Docker Desktop)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syncPolicy.automated (prune + selfHeal)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Dossiers cd_back/ et cd_front/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Déploiement immédiat à chaque build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6AE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371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synchronisation manuelle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63640" y="219456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37960" y="23774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VPS avec k3s (Kubernetes léger)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 de syncPolicy.automated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Dossiers cd_back_prod/ et cd_front_prod/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Passage en prod = clic « Sync » dans l'UI ArgoCD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3949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2 instances ArgoCD ?  </a:t>
            </a:r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cluster garde sa propre ArgoCD privée, pour ne jamais exposer l'API Kubernetes du VPS sur Internet.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rencontrées, solutions et améliorations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21792" cy="621792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27048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7160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infinie du pipeline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GitOps redéclenchait son propre pipeline.  →  Garde anti-boucle sur le message de commit (Jenkins et GitHub Actions).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212848"/>
            <a:ext cx="621792" cy="621792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68296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212848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d'API figée au build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bundle Angular s'exécute dans le navigateur, pas dans le cluster.  →  Reverse proxy Nginx + URL relative /api/*, répliqué en local via proxy.conf.json.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3054096"/>
            <a:ext cx="621792" cy="621792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0954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3054096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l'API Kubernetes du VPS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le cluster prod depuis l'ArgoCD locale aurait exigé d'ouvrir le port 6443 sur Internet.  →  Instance ArgoCD dédiée, installée directement sur le VPS.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4114800"/>
            <a:ext cx="10881360" cy="2240280"/>
          </a:xfrm>
          <a:prstGeom prst="roundRect">
            <a:avLst>
              <a:gd name="adj" fmla="val 3265"/>
            </a:avLst>
          </a:prstGeom>
          <a:solidFill>
            <a:srgbClr val="E8F6EF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91440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identifiées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48463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Rendre SonarCloud et Trivy bloquants avant la prod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035040" y="48463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Exécuter les tests Angular (Vitest) dans la CI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Ajouter un ingress + TLS sur le cluster VPS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03504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Mettre en place du monitoring sur les deux clusters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conclusion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CI/CD complète, du commit au déploiement, pour le front et le back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A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CI/CD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807208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91456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A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ArgoCD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775704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manuel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github.com/hasalpcode/ProjetCiCD_SDV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hasalpcode/projet_ci_cd_sdv (back)  ·  hasalpcode/projet_ci_cd_sdv-front (front)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Hachimiou Diallo</a:t>
            </a:r>
            <a:pPr indent="0" marL="0">
              <a:buNone/>
            </a:pPr>
            <a:r>
              <a:rPr lang="en-US" sz="1300" dirty="0">
                <a:solidFill>
                  <a:srgbClr val="6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Sadio Diallo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1832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4" y="2523744"/>
            <a:ext cx="438912" cy="4389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561320" y="3154680"/>
            <a:ext cx="868680" cy="868680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064" y="3392424"/>
            <a:ext cx="393192" cy="3931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646920" y="4069080"/>
            <a:ext cx="777240" cy="777240"/>
          </a:xfrm>
          <a:prstGeom prst="ellipse">
            <a:avLst/>
          </a:prstGeom>
          <a:solidFill>
            <a:srgbClr val="3BA99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4306824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_CD_Infra">
  <a:themeElements>
    <a:clrScheme name="CI_CD_Infra">
      <a:dk1>
        <a:srgbClr val="15202B"/>
      </a:dk1>
      <a:lt1>
        <a:srgbClr val="FFFFFF"/>
      </a:lt1>
      <a:dk2>
        <a:srgbClr val="FFFFFF"/>
      </a:dk2>
      <a:lt2>
        <a:srgbClr val="0A3D62"/>
      </a:lt2>
      <a:accent1>
        <a:srgbClr val="0A3D62"/>
      </a:accent1>
      <a:accent2>
        <a:srgbClr val="1C7293"/>
      </a:accent2>
      <a:accent3>
        <a:srgbClr val="F6AE2D"/>
      </a:accent3>
      <a:accent4>
        <a:srgbClr val="2E86AB"/>
      </a:accent4>
      <a:accent5>
        <a:srgbClr val="3BA99C"/>
      </a:accent5>
      <a:accent6>
        <a:srgbClr val="16425B"/>
      </a:accent6>
      <a:hlink>
        <a:srgbClr val="1C7293"/>
      </a:hlink>
      <a:folHlink>
        <a:srgbClr val="0A3D62"/>
      </a:folHlink>
    </a:clrScheme>
    <a:fontScheme name="CI_CD_Infr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2026-10-29T15:26:14Z</dcterms:created>
  <dcterms:modified xsi:type="dcterms:W3CDTF">2026-10-29T15:26:14Z</dcterms:modified>
</cp:coreProperties>
</file>